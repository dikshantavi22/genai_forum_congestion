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isht Rao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244F693-46A0-47BE-9002-E2B6D5B29A1D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2674-BBF7-14AD-BD34-FA5EC5C7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>
            <a:extLst>
              <a:ext uri="{FF2B5EF4-FFF2-40B4-BE49-F238E27FC236}">
                <a16:creationId xmlns:a16="http://schemas.microsoft.com/office/drawing/2014/main" id="{A9424A46-71C7-AC0D-AEB4-BC548776E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>
            <a:extLst>
              <a:ext uri="{FF2B5EF4-FFF2-40B4-BE49-F238E27FC236}">
                <a16:creationId xmlns:a16="http://schemas.microsoft.com/office/drawing/2014/main" id="{98F01201-EB60-A00C-26E9-3DB8A5CC315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764" name="PlaceHolder 3">
            <a:extLst>
              <a:ext uri="{FF2B5EF4-FFF2-40B4-BE49-F238E27FC236}">
                <a16:creationId xmlns:a16="http://schemas.microsoft.com/office/drawing/2014/main" id="{0850C11B-9FF5-3056-6803-E3646C4A3766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F112B8-EB45-4B0E-9AB3-BA19E8A88817}" type="slidenum">
              <a:rPr lang="en-IN" sz="1200" b="0" strike="noStrike" spc="-1">
                <a:latin typeface="Times New Roman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193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570678-B1FB-4D4E-B2EA-8D1BEDC9E26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6003E55-ECD4-4C77-BE80-FC4719AF466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77A81CF-8C72-41A2-81BF-DC6BD2951B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7AB611-5818-49F0-9DCA-4F63B358F1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74EF52-C911-4AC7-B92C-0DEFF3AD0D8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9870ADA-7A7A-47C3-BC57-48E289868A6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FFE0C7-FEEA-4DB2-9DAA-DCF5CC6F329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EEF0D43-E087-4DA7-849E-CAEDD0333FF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50819C9-2DEA-4D8C-879B-1BEAD514C1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EF27CAB-7067-4274-ACB5-9C217F1E34B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D7EA79A-5BAD-464C-9C25-34A7BD52F90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B5EEFC1-7E2B-4ED8-87C8-3662D14E38C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IN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BD55BA-8153-4B77-B0BF-FD60B97714C2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D78C-FB95-46E8-8B97-62163E7C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>
            <a:extLst>
              <a:ext uri="{FF2B5EF4-FFF2-40B4-BE49-F238E27FC236}">
                <a16:creationId xmlns:a16="http://schemas.microsoft.com/office/drawing/2014/main" id="{0CDA96B0-D87C-3124-761E-3A58E96B5EAD}"/>
              </a:ext>
            </a:extLst>
          </p:cNvPr>
          <p:cNvSpPr/>
          <p:nvPr/>
        </p:nvSpPr>
        <p:spPr>
          <a:xfrm>
            <a:off x="0" y="74160"/>
            <a:ext cx="1225080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FFFFFF"/>
                </a:solidFill>
                <a:latin typeface="Calibri Light"/>
              </a:rPr>
              <a:t> </a:t>
            </a:r>
            <a:r>
              <a:rPr lang="en-US" sz="3600" b="1" strike="noStrike" spc="-1">
                <a:solidFill>
                  <a:srgbClr val="C00000"/>
                </a:solidFill>
                <a:latin typeface="Calibri Light"/>
              </a:rPr>
              <a:t> </a:t>
            </a:r>
            <a:endParaRPr lang="en-IN" sz="3600" b="0" strike="noStrike" spc="-1">
              <a:latin typeface="Arial"/>
            </a:endParaRPr>
          </a:p>
        </p:txBody>
      </p:sp>
      <p:sp>
        <p:nvSpPr>
          <p:cNvPr id="218" name="Title 1">
            <a:extLst>
              <a:ext uri="{FF2B5EF4-FFF2-40B4-BE49-F238E27FC236}">
                <a16:creationId xmlns:a16="http://schemas.microsoft.com/office/drawing/2014/main" id="{417C6BF2-4A27-DCCD-5DDC-32EE31D26CD8}"/>
              </a:ext>
            </a:extLst>
          </p:cNvPr>
          <p:cNvSpPr/>
          <p:nvPr/>
        </p:nvSpPr>
        <p:spPr>
          <a:xfrm>
            <a:off x="-58800" y="119460"/>
            <a:ext cx="12250800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800" b="1" spc="-1" dirty="0">
                <a:solidFill>
                  <a:srgbClr val="4472C4"/>
                </a:solidFill>
                <a:latin typeface="Roboto"/>
                <a:ea typeface="Roboto"/>
              </a:rPr>
              <a:t>Heading</a:t>
            </a:r>
            <a:endParaRPr lang="en-IN" sz="4800" b="0" strike="noStrike" spc="-1" dirty="0">
              <a:latin typeface="Arial"/>
            </a:endParaRPr>
          </a:p>
        </p:txBody>
      </p:sp>
      <p:pic>
        <p:nvPicPr>
          <p:cNvPr id="222" name="Picture 3" descr="A blue and white logo&#10;&#10;Description automatically generated with medium confidence">
            <a:extLst>
              <a:ext uri="{FF2B5EF4-FFF2-40B4-BE49-F238E27FC236}">
                <a16:creationId xmlns:a16="http://schemas.microsoft.com/office/drawing/2014/main" id="{7D029715-FF62-AB8E-BE49-BB0F174FB68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356594" y="5853600"/>
            <a:ext cx="693720" cy="6937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 descr="Logo, icon, company name&#10;&#10;Description automatically generated">
            <a:extLst>
              <a:ext uri="{FF2B5EF4-FFF2-40B4-BE49-F238E27FC236}">
                <a16:creationId xmlns:a16="http://schemas.microsoft.com/office/drawing/2014/main" id="{B694D46E-9A3A-F026-9691-3FE2E163B7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" y="6022661"/>
            <a:ext cx="719732" cy="3681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BFD156-3771-E6B2-BBF5-5311FC3A1D8E}"/>
              </a:ext>
            </a:extLst>
          </p:cNvPr>
          <p:cNvSpPr/>
          <p:nvPr/>
        </p:nvSpPr>
        <p:spPr>
          <a:xfrm>
            <a:off x="1077687" y="5881860"/>
            <a:ext cx="2197604" cy="6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4472C4"/>
                </a:solidFill>
                <a:latin typeface="Roboto"/>
                <a:ea typeface="Roboto"/>
              </a:rPr>
              <a:t>Names of Group Members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69FA9E-EE63-E9C8-8DA6-99BD3361B583}"/>
              </a:ext>
            </a:extLst>
          </p:cNvPr>
          <p:cNvSpPr/>
          <p:nvPr/>
        </p:nvSpPr>
        <p:spPr>
          <a:xfrm>
            <a:off x="8916711" y="6088841"/>
            <a:ext cx="2786743" cy="3493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1" strike="noStrike" spc="-1" dirty="0">
                <a:solidFill>
                  <a:srgbClr val="4472C4"/>
                </a:solidFill>
                <a:latin typeface="Roboto"/>
                <a:ea typeface="Roboto"/>
              </a:rPr>
              <a:t>Game Theory 2026</a:t>
            </a:r>
            <a:endParaRPr lang="en-IN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86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4883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Bhardwaj</dc:creator>
  <dc:description/>
  <cp:lastModifiedBy>Yadati Narahari</cp:lastModifiedBy>
  <cp:revision>309</cp:revision>
  <dcterms:created xsi:type="dcterms:W3CDTF">2023-05-03T05:38:05Z</dcterms:created>
  <dcterms:modified xsi:type="dcterms:W3CDTF">2026-04-09T15:58:56Z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67</vt:i4>
  </property>
  <property fmtid="{D5CDD505-2E9C-101B-9397-08002B2CF9AE}" pid="3" name="PresentationFormat">
    <vt:lpwstr>Widescreen</vt:lpwstr>
  </property>
  <property fmtid="{D5CDD505-2E9C-101B-9397-08002B2CF9AE}" pid="4" name="Slides">
    <vt:i4>71</vt:i4>
  </property>
</Properties>
</file>