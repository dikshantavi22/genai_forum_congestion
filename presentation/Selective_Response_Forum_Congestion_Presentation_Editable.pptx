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Aptos"/>
              </a:rPr>
              <a:t>Selective Response for
GenAI Under Forum
Congestion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Game Theory 2026 mini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84831"/>
            <a:ext cx="2240280" cy="219456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93975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Base paper: Taitler et al. (2025)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2084831"/>
            <a:ext cx="2999232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2093975"/>
            <a:ext cx="28529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Our work: congestion + mechanism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4213D"/>
                </a:solidFill>
                <a:latin typeface="Aptos"/>
              </a:rPr>
              <a:t>Dikshant Gupta (24108)   |   Paras Raina (24170)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1576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Speaker split: Dikshant slides 1-4, Paras slides 5-9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07792"/>
            <a:ext cx="5257800" cy="2761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Talk in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4663440" cy="1993392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Selective response can help long-run learning, but forums are not infinite-capacity resources.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We replicate the base paper's selective-response intuition and extend it with forum congestion and endogenous capacity.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Main finding: novelty-aware routing outperforms uniform throttling, and the gain survives stricter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554480"/>
            <a:ext cx="2788920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64208"/>
            <a:ext cx="2423160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8192" y="31821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Learning gains across regimes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554480"/>
            <a:ext cx="2788920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llapse_boundary_c1_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64208"/>
            <a:ext cx="2423160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25712" y="31821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Congestion creates a collapse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730752"/>
            <a:ext cx="580644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imeseries_collap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22191"/>
            <a:ext cx="5440680" cy="1325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08192" y="544068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Collapse regime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Taitler et al. (2025); Ostrom (1990); Vickrey (1969)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Problem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Routing users between GenAI and human forums changes both current service and future knowledge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051560" cy="219456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9052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Core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86000"/>
            <a:ext cx="4526280" cy="164592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If GenAI answers everything, fewer high-value forum discussions happen, so future training signal shrinks.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If GenAI defers too much, forum load rises, response quality drops, and expert capacity can collapse.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The planner must manage both traffic volume and traffic composition.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977639"/>
            <a:ext cx="4526280" cy="438912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0565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Course forums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0965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Hard questions create reusable explanations for later students.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498848"/>
            <a:ext cx="4526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2686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Developer communities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177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Stack Overflow style forums can be swamped by redirected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020056"/>
            <a:ext cx="452628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Product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1389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Short-term automation can reduce the human knowledge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828800"/>
            <a:ext cx="608076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97880" y="2057400"/>
            <a:ext cx="914400" cy="43891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2066544"/>
            <a:ext cx="76809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057400"/>
            <a:ext cx="914400" cy="438912"/>
          </a:xfrm>
          <a:prstGeom prst="roundRect">
            <a:avLst>
              <a:gd name="adj" fmla="val 25000"/>
            </a:avLst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2066544"/>
            <a:ext cx="76809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GenAI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057400"/>
            <a:ext cx="1005840" cy="438912"/>
          </a:xfrm>
          <a:prstGeom prst="roundRect">
            <a:avLst>
              <a:gd name="adj" fmla="val 25000"/>
            </a:avLst>
          </a:prstGeom>
          <a:solidFill>
            <a:srgbClr val="ED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2066544"/>
            <a:ext cx="8595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Forum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2057400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97312" y="2066544"/>
            <a:ext cx="67665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Aptos"/>
              </a:rPr>
              <a:t>C_t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560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choice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5603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answered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560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throughput + novelty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560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15798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472C4"/>
                </a:solidFill>
                <a:latin typeface="Aptos"/>
              </a:rPr>
              <a:t>-&gt;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15798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Aptos"/>
              </a:rPr>
              <a:t>-&gt;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15798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66534"/>
                </a:solidFill>
                <a:latin typeface="Aptos"/>
              </a:rPr>
              <a:t>-&gt;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Aptos"/>
              </a:rPr>
              <a:t>Overload damages future capacity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3657600"/>
            <a:ext cx="4343400" cy="100584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3840480"/>
            <a:ext cx="3977639" cy="6400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213D"/>
                </a:solidFill>
                <a:latin typeface="Aptos"/>
              </a:defRPr>
            </a:pPr>
            <a:r>
              <a:t>Load above capacity reduces useful throughput.</a:t>
            </a:r>
          </a:p>
          <a:p>
            <a:pPr>
              <a:spcAft>
                <a:spcPts val="600"/>
              </a:spcAft>
              <a:defRPr sz="1300">
                <a:solidFill>
                  <a:srgbClr val="14213D"/>
                </a:solidFill>
                <a:latin typeface="Aptos"/>
              </a:defRPr>
            </a:pPr>
            <a:r>
              <a:t>Repeated overload damages future capacity.</a:t>
            </a:r>
          </a:p>
          <a:p>
            <a:pPr>
              <a:spcAft>
                <a:spcPts val="600"/>
              </a:spcAft>
              <a:defRPr sz="1300">
                <a:solidFill>
                  <a:srgbClr val="14213D"/>
                </a:solidFill>
                <a:latin typeface="Aptos"/>
              </a:defRPr>
            </a:pPr>
            <a:r>
              <a:t>This creates tipping behavior instead of smooth decline.</a:t>
            </a:r>
          </a:p>
        </p:txBody>
      </p:sp>
      <p:pic>
        <p:nvPicPr>
          <p:cNvPr id="40" name="Picture 39" descr="timeseries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892040"/>
            <a:ext cx="2606040" cy="658368"/>
          </a:xfrm>
          <a:prstGeom prst="rect">
            <a:avLst/>
          </a:prstGeom>
        </p:spPr>
      </p:pic>
      <p:pic>
        <p:nvPicPr>
          <p:cNvPr id="41" name="Picture 40" descr="timeseries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4892040"/>
            <a:ext cx="2606040" cy="6583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Taitler et al. (2025); Hardin (1968); Ostrom (1990); Vickrey (1969)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The project combines selective response, human-AI delegation, and congestion economics.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7223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291840" cy="329184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Aptos"/>
              </a:rPr>
              <a:t>Selective response / reject 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Aptos"/>
              </a:rPr>
              <a:t>Chow (1970), El-Yaniv (2010), Geifman and El-Yaniv (2017): when not to answer is part of the decision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291840" cy="329184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57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ptos"/>
              </a:rPr>
              <a:t>Learning to defer / human-AI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6888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Aptos"/>
              </a:rPr>
              <a:t>Madras et al. (2018), Mozannar and Sontag (2020), Kleinberg et al. (2018), Amershi et al. (2014): defer to humans when they add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74519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EDF8F1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0574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66534"/>
                </a:solidFill>
                <a:latin typeface="Aptos"/>
              </a:rPr>
              <a:t>Congestion / shared-resource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468880"/>
            <a:ext cx="2834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Aptos"/>
              </a:rPr>
              <a:t>Hardin (1968), Ostrom (1990), Kleinrock (1975), Vickrey (1969), Roughgarden and Tardos (2006): overloaded shared systems degrade.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5394960"/>
            <a:ext cx="8092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5577840"/>
            <a:ext cx="7680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ptos"/>
              </a:rPr>
              <a:t>Gap addressed here: prior selective-response work models knowledge creation, but not forum congestion and endogenous capacity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Chow (1970); El-Yaniv (2010); Madras et al. (2018); Mozannar and Sontag (2020); Hardin (1968); Ostrom (1990); Kleinrock (1975)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Base Paper: Idea And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Selective-response intuition comes from the prior paper; congestion modeling does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057400" cy="219456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1911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Replication / prior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79476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What the base paper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31720"/>
            <a:ext cx="3291840" cy="31089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Question: should GenAI answer every query, or selectively defer some users to human communities?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Key claim: answering less can improve long-run learning because deferred interactions create future human-generated knowledge.</a:t>
            </a:r>
          </a:p>
          <a:p>
            <a:pPr>
              <a:spcAft>
                <a:spcPts val="600"/>
              </a:spcAft>
              <a:defRPr sz="1800">
                <a:solidFill>
                  <a:srgbClr val="14213D"/>
                </a:solidFill>
                <a:latin typeface="Aptos"/>
              </a:defRPr>
            </a:pPr>
            <a:r>
              <a:t>Interpretation: abstention is not only about current accuracy; it also shapes the future data ecosystem.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74519"/>
            <a:ext cx="3337560" cy="3977639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057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Base paper takeaway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74320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926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ptos"/>
              </a:rPr>
              <a:t>Always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172968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Aptos"/>
              </a:rPr>
              <a:t>Less human discussion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4224528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440740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Aptos"/>
              </a:rPr>
              <a:t>Selective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4654296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Aptos"/>
              </a:rPr>
              <a:t>More future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547872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66534"/>
                </a:solidFill>
                <a:latin typeface="Aptos"/>
              </a:rPr>
              <a:t>^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5230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4213D"/>
                </a:solidFill>
                <a:latin typeface="Aptos"/>
              </a:rPr>
              <a:t>Qualitative result: some deferral can beat always-answering in long-run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874519"/>
            <a:ext cx="3611880" cy="3977639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0574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91C1C"/>
                </a:solidFill>
                <a:latin typeface="Aptos"/>
              </a:rPr>
              <a:t>Why that is not enough for
our setting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06040"/>
            <a:ext cx="3017520" cy="29260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Forum is treated as an implicit knowledge source, not a congestible shared resource.</a:t>
            </a:r>
          </a:p>
          <a:p>
            <a:pPr>
              <a:spcAft>
                <a:spcPts val="6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No endogenous forum capacity or collapse dynamics.</a:t>
            </a:r>
          </a:p>
          <a:p>
            <a:pPr>
              <a:spcAft>
                <a:spcPts val="6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No test of whether targeted gains survive when answered share is matched.</a:t>
            </a:r>
          </a:p>
          <a:p>
            <a:pPr>
              <a:spcAft>
                <a:spcPts val="6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No mechanism ablation to verify that novelty is the real source of the gain.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Taitler et al. (2025); Chow (1970); El-Yaniv (2010)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Our Original Work: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We extend the base idea with congestion dynamics, new baselines, and mechanism-validation experiments.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43000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9966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Our extension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758952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Extended simulator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487168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2487168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2487168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EDF8F1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2487168"/>
            <a:ext cx="1143000" cy="713232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7432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Apto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7432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Aptos"/>
              </a:rPr>
              <a:t>GenAI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7432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Aptos"/>
              </a:rPr>
              <a:t>Forum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74320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Aptos"/>
              </a:rPr>
              <a:t>C_t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9992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choice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9992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answered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2999232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throughput + novelty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9992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27249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472C4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7249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Aptos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7249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66534"/>
                </a:solidFill>
                <a:latin typeface="Aptos"/>
              </a:rPr>
              <a:t>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429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  <a:latin typeface="Aptos"/>
              </a:rPr>
              <a:t>Overload damages future capacity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4160520"/>
            <a:ext cx="63550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159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Aptos"/>
              </a:rPr>
              <a:t>Key policies compared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5760720" cy="68580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Uniform throttling: fixed answer rate.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Targeted novelty policy: answer low-novelty items, defer high-novelty items.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Capacity-aware baseline: answer more when recent overload is high.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Novelty+capacity baseline: combine composition and congestion feedback.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874519"/>
            <a:ext cx="338328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05740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Experiment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242316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ptos"/>
              </a:rPr>
              <a:t>40-round deterministic
simulator
30 novelty seeds per
comparison
3 regimes: stable, mid,
collapse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416052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Aptos"/>
              </a:rPr>
              <a:t>New checks we added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4434840"/>
            <a:ext cx="2743200" cy="73152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Matched answered-share control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rho=0 ablation to switch off novelty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Collapse boundary in (C1, xi) 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Taitler et al. (2025); project simulator in sim/model.py, sim/policies.py, sim/run_experiments.py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Main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Novelty-aware targeting beats uniform throttling across stable, mid, and collapse regimes.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768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Our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0632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Headline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59152"/>
            <a:ext cx="2651760" cy="192024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Stable regime: S_T rises from 26.15 to 36.29.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Mid regime: S_T rises from 19.60 to 31.56 and overload drops from 40 to 25 rounds.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Collapse regime: learning still improves from 6.68 to 9.54, but overload remains saturated.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7316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Aptos"/>
              </a:rPr>
              <a:t>Targeting helps most when the forum is still productive enough for traffic composition to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874519"/>
            <a:ext cx="388620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029968"/>
            <a:ext cx="356616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77639" y="54681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Final learning across 30 seeds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74519"/>
            <a:ext cx="379476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ed_robustness_over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029968"/>
            <a:ext cx="3474720" cy="3108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54681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Overload-time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seed_robustness.csv; Taitler et al. (2025)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Mechanism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We tested whether the targeted gain is real, not just an artifact of adoption or answer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768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Our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0632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Two strongest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59152"/>
            <a:ext cx="2697480" cy="237744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Matched answered share: both policies answer about 0.178 of users, but targeted still reaches S_T = 31.35 vs 20.58 for uniform.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rho ablation: when novelty has no effect (rho = 0), the targeted advantage becomes exactly zero.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Conclusion: the gain comes from sending better traffic to the forum, not just changing total answered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874519"/>
            <a:ext cx="388620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tched_answered_compare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029968"/>
            <a:ext cx="3566160" cy="3108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77639" y="5468112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Matched answered-share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79476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ho_ablation_gap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029968"/>
            <a:ext cx="3474720" cy="3108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546811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rho 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matched_answered_compare.csv; rho_ablation.csv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Stronger Baselines And Tipping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Congestion feedback helps, but novelty+capacity performs best in the mid regime.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768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Our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0632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Mid-regime policy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59152"/>
            <a:ext cx="2651760" cy="17373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Uniform: S_T = 19.60, overload = 40.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Capacity-aware: S_T = 22.52, overload = 25.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Targeted novelty: S_T = 31.56, overload = 25.</a:t>
            </a:r>
          </a:p>
          <a:p>
            <a:pPr>
              <a:spcAft>
                <a:spcPts val="600"/>
              </a:spcAft>
              <a:defRPr sz="1500">
                <a:solidFill>
                  <a:srgbClr val="14213D"/>
                </a:solidFill>
                <a:latin typeface="Aptos"/>
              </a:defRPr>
            </a:pPr>
            <a:r>
              <a:t>Novelty+capacity: S_T = 33.23, overload = 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ptos"/>
              </a:rPr>
              <a:t>Phase 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7316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Aptos"/>
              </a:rPr>
              <a:t>First collapse points appear near C1 ~ 0.364 and xi ~ 0.074. Higher overload damage requires higher initial forum capacity.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874519"/>
            <a:ext cx="379476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029968"/>
            <a:ext cx="347472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77639" y="54681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Extended policy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874519"/>
            <a:ext cx="388620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llapse_boundary_c1_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2029968"/>
            <a:ext cx="3566160" cy="3108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20" y="54681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Explicit collapse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policy_compare_extended.csv; collapse_boundary_c1_xi.csv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79576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419088"/>
            <a:ext cx="11795760" cy="18288"/>
          </a:xfrm>
          <a:prstGeom prst="rect">
            <a:avLst/>
          </a:prstGeom>
          <a:solidFill>
            <a:srgbClr val="D9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213D"/>
                </a:solidFill>
                <a:latin typeface="Aptos"/>
              </a:rPr>
              <a:t>Summary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B7A"/>
                </a:solidFill>
                <a:latin typeface="Aptos"/>
              </a:rPr>
              <a:t>References are listed on this slide; our contribution remains distinct from the base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394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Close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7947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ptos"/>
              </a:rPr>
              <a:t>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86000"/>
            <a:ext cx="3200400" cy="31089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Base paper insight: answering less can improve long-run learning.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Our extension: forums are congestible, so routing must consider both quantity and quality of deferred traffic.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Main result: novelty-aware routing dominates uniform throttling and survives strict controls.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Best baseline in our mid regime combines novelty with congestion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3520440" cy="425196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011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Aptos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286000"/>
            <a:ext cx="2926080" cy="31089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Estimate parameters from real forum data instead of reduced-form calibration.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Replace hand-designed rules with learned routing policies.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Model heterogeneous experts, delayed retraining, and multiple forums.</a:t>
            </a:r>
          </a:p>
          <a:p>
            <a:pPr>
              <a:spcAft>
                <a:spcPts val="600"/>
              </a:spcAft>
              <a:defRPr sz="1600">
                <a:solidFill>
                  <a:srgbClr val="14213D"/>
                </a:solidFill>
                <a:latin typeface="Aptos"/>
              </a:defRPr>
            </a:pPr>
            <a:r>
              <a:t>Optimize jointly for learning, welfare, and revenue instead of one metric.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28800"/>
            <a:ext cx="3337560" cy="4251960"/>
          </a:xfrm>
          <a:prstGeom prst="roundRect">
            <a:avLst>
              <a:gd name="adj" fmla="val 12000"/>
            </a:avLst>
          </a:prstGeom>
          <a:solidFill>
            <a:srgbClr val="EDF8F1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0116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66534"/>
                </a:solidFill>
                <a:latin typeface="Aptos"/>
              </a:rPr>
              <a:t>References used in the
talk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560320"/>
            <a:ext cx="2651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Aptos"/>
              </a:rPr>
              <a:t>- Taitler et al. (2025)
- Chow (1970)
- El-Yaniv (2010)
- Madras et al. (2018)
- Mozannar and Sontag (2020)
- Hardin (1968)
- Ostrom (1990)
- Vickrey (1969)
- Kleinrock (1975)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309360"/>
            <a:ext cx="1088136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419088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Practice target for 8 minutes: ~45-55 seconds per slide. Keep slide 4 explicitly labeled as prior work and slides 5-8 as our contribution.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8251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Aptos"/>
              </a:rPr>
              <a:t>Refs: full bibliography in refs.bib; slide cites shown inline throughout the deck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5720" y="6327648"/>
            <a:ext cx="292608" cy="256032"/>
          </a:xfrm>
          <a:prstGeom prst="roundRect">
            <a:avLst>
              <a:gd name="adj" fmla="val 25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48872" y="6336792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