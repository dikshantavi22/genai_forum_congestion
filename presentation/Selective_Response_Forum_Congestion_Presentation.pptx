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notesMasters/notesMaster1.xml" ContentType="application/vnd.openxmlformats-officedocument.presentationml.notesMaster+xml"/>
  <ns0:Override PartName="/ppt/commentAuthors.xml" ContentType="application/vnd.openxmlformats-officedocument.presentationml.commentAuthors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theme/theme2.xml" ContentType="application/vnd.openxmlformats-officedocument.theme+xml"/>
  <ns0:Override PartName="/ppt/notesSlides/notesSlide1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3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shisht Rao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commentAuthors" Target="commentAuthors.xml" /><Relationship Id="rId21" Type="http://schemas.openxmlformats.org/officeDocument/2006/relationships/slide" Target="slides/slide1.xml" /><Relationship Id="rId22" Type="http://schemas.openxmlformats.org/officeDocument/2006/relationships/slide" Target="slides/slide2.xml" /><Relationship Id="rId23" Type="http://schemas.openxmlformats.org/officeDocument/2006/relationships/slide" Target="slides/slide3.xml" /><Relationship Id="rId24" Type="http://schemas.openxmlformats.org/officeDocument/2006/relationships/slide" Target="slides/slide4.xml" /><Relationship Id="rId25" Type="http://schemas.openxmlformats.org/officeDocument/2006/relationships/slide" Target="slides/slide5.xml" /><Relationship Id="rId26" Type="http://schemas.openxmlformats.org/officeDocument/2006/relationships/slide" Target="slides/slide6.xml" /><Relationship Id="rId27" Type="http://schemas.openxmlformats.org/officeDocument/2006/relationships/slide" Target="slides/slide7.xml" /><Relationship Id="rId28" Type="http://schemas.openxmlformats.org/officeDocument/2006/relationships/slide" Target="slides/slide8.xml" /><Relationship Id="rId29" Type="http://schemas.openxmlformats.org/officeDocument/2006/relationships/slide" Target="slides/slide9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F244F693-46A0-47BE-9002-E2B6D5B29A1D}" type="slidenum">
              <a:rPr lang="en-IN" sz="1400" b="0" strike="noStrike" spc="-1"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A2674-BBF7-14AD-BD34-FA5EC5C7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>
            <a:extLst>
              <a:ext uri="{FF2B5EF4-FFF2-40B4-BE49-F238E27FC236}">
                <a16:creationId xmlns:a16="http://schemas.microsoft.com/office/drawing/2014/main" id="{A9424A46-71C7-AC0D-AEB4-BC548776E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>
            <a:extLst>
              <a:ext uri="{FF2B5EF4-FFF2-40B4-BE49-F238E27FC236}">
                <a16:creationId xmlns:a16="http://schemas.microsoft.com/office/drawing/2014/main" id="{98F01201-EB60-A00C-26E9-3DB8A5CC315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764" name="PlaceHolder 3">
            <a:extLst>
              <a:ext uri="{FF2B5EF4-FFF2-40B4-BE49-F238E27FC236}">
                <a16:creationId xmlns:a16="http://schemas.microsoft.com/office/drawing/2014/main" id="{0850C11B-9FF5-3056-6803-E3646C4A3766}"/>
              </a:ext>
            </a:extLst>
          </p:cNvPr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IN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F112B8-EB45-4B0E-9AB3-BA19E8A88817}" type="slidenum">
              <a:rPr lang="en-IN" sz="1200" b="0" strike="noStrike" spc="-1">
                <a:latin typeface="Times New Roman"/>
              </a:rPr>
              <a:t>1</a:t>
            </a:fld>
            <a:endParaRPr lang="en-IN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1934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D570678-B1FB-4D4E-B2EA-8D1BEDC9E26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6003E55-ECD4-4C77-BE80-FC4719AF4665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77A81CF-8C72-41A2-81BF-DC6BD2951B4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97AB611-5818-49F0-9DCA-4F63B358F1C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E74EF52-C911-4AC7-B92C-0DEFF3AD0D8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9870ADA-7A7A-47C3-BC57-48E289868A6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5FFE0C7-FEEA-4DB2-9DAA-DCF5CC6F329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EEF0D43-E087-4DA7-849E-CAEDD0333FF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50819C9-2DEA-4D8C-879B-1BEAD514C10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EF27CAB-7067-4274-ACB5-9C217F1E34B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D7EA79A-5BAD-464C-9C25-34A7BD52F903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B5EEFC1-7E2B-4ED8-87C8-3662D14E38C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IN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IN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IN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BD55BA-8153-4B77-B0BF-FD60B97714C2}" type="slidenum">
              <a:rPr lang="en-IN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2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3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4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5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6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7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8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9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emplate/>
  <ns0:TotalTime>4883</ns0:TotalTime>
  <ns0:Words>10</ns0:Words>
  <ns0:Application>Microsoft Office PowerPoint</ns0:Application>
  <ns0:PresentationFormat>Widescreen</ns0:PresentationFormat>
  <ns0:Paragraphs>5</ns0:Paragraphs>
  <ns0:Slides>9</ns0:Slides>
  <ns0:Notes>1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1</ns1:i4>
      </ns1:variant>
    </ns1:vector>
  </ns0:HeadingPairs>
  <ns0:TitlesOfParts>
    <ns1:vector size="2" baseType="lpstr">
      <ns1:lpstr>Office Theme</ns1:lpstr>
      <ns1:lpstr>PowerPoint Presentation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Bhardwaj</dc:creator>
  <dc:description/>
  <cp:lastModifiedBy>Yadati Narahari</cp:lastModifiedBy>
  <cp:revision>309</cp:revision>
  <dcterms:created xsi:type="dcterms:W3CDTF">2023-05-03T05:38:05Z</dcterms:created>
  <dcterms:modified xsi:type="dcterms:W3CDTF">2026-04-09T15:58:56Z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67</vt:i4>
  </property>
  <property fmtid="{D5CDD505-2E9C-101B-9397-08002B2CF9AE}" pid="3" name="PresentationFormat">
    <vt:lpwstr>Widescreen</vt:lpwstr>
  </property>
  <property fmtid="{D5CDD505-2E9C-101B-9397-08002B2CF9AE}" pid="4" name="Slides">
    <vt:i4>71</vt:i4>
  </property>
</Properties>
</file>